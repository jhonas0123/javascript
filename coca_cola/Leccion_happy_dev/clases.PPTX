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FF137D9-F4DA-4048-A47C-3B54FB475ED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316C1AF-A0D4-49F6-87BB-3081CDCD9FA9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83659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137D9-F4DA-4048-A47C-3B54FB475ED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C1AF-A0D4-49F6-87BB-3081CDCD9F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74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FF137D9-F4DA-4048-A47C-3B54FB475ED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316C1AF-A0D4-49F6-87BB-3081CDCD9FA9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570016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137D9-F4DA-4048-A47C-3B54FB475ED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C1AF-A0D4-49F6-87BB-3081CDCD9F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5270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137D9-F4DA-4048-A47C-3B54FB475ED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C1AF-A0D4-49F6-87BB-3081CDCD9F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535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137D9-F4DA-4048-A47C-3B54FB475ED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C1AF-A0D4-49F6-87BB-3081CDCD9F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52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137D9-F4DA-4048-A47C-3B54FB475ED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C1AF-A0D4-49F6-87BB-3081CDCD9F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31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2FF137D9-F4DA-4048-A47C-3B54FB475ED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316C1AF-A0D4-49F6-87BB-3081CDCD9FA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5047590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2FF137D9-F4DA-4048-A47C-3B54FB475ED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316C1AF-A0D4-49F6-87BB-3081CDCD9F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15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137D9-F4DA-4048-A47C-3B54FB475ED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C1AF-A0D4-49F6-87BB-3081CDCD9F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51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137D9-F4DA-4048-A47C-3B54FB475ED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6C1AF-A0D4-49F6-87BB-3081CDCD9F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9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FF137D9-F4DA-4048-A47C-3B54FB475ED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316C1AF-A0D4-49F6-87BB-3081CDCD9FA9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2752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albertotain.blogspot.com/2018/02/como-configurar-xampp-para-enviar.html?m=1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Cosas básicas desarrollo web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err="1" smtClean="0"/>
              <a:t>Jose</a:t>
            </a:r>
            <a:r>
              <a:rPr lang="es-ES" dirty="0" smtClean="0"/>
              <a:t> Jhonatan choque </a:t>
            </a:r>
            <a:r>
              <a:rPr lang="es-ES" dirty="0" err="1" smtClean="0"/>
              <a:t>araujo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324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requisitos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Un editor de texto en nuestro caso será visual </a:t>
            </a:r>
            <a:r>
              <a:rPr lang="es-ES" dirty="0" err="1" smtClean="0"/>
              <a:t>studio</a:t>
            </a:r>
            <a:r>
              <a:rPr lang="es-ES" dirty="0" smtClean="0"/>
              <a:t> </a:t>
            </a:r>
            <a:r>
              <a:rPr lang="es-ES" dirty="0" err="1" smtClean="0"/>
              <a:t>code</a:t>
            </a:r>
            <a:r>
              <a:rPr lang="es-ES" dirty="0" smtClean="0"/>
              <a:t>, pero se puede usar sublime </a:t>
            </a:r>
            <a:r>
              <a:rPr lang="es-ES" dirty="0" err="1" smtClean="0"/>
              <a:t>text</a:t>
            </a:r>
            <a:r>
              <a:rPr lang="es-ES" dirty="0" smtClean="0"/>
              <a:t> y otras herramientas.</a:t>
            </a:r>
          </a:p>
          <a:p>
            <a:r>
              <a:rPr lang="es-ES" dirty="0" err="1" smtClean="0"/>
              <a:t>Xamp</a:t>
            </a:r>
            <a:r>
              <a:rPr lang="es-ES" dirty="0" smtClean="0"/>
              <a:t>, este es un servicio de </a:t>
            </a:r>
            <a:r>
              <a:rPr lang="es-ES" dirty="0" err="1" smtClean="0"/>
              <a:t>hostin</a:t>
            </a:r>
            <a:r>
              <a:rPr lang="es-ES" dirty="0" smtClean="0"/>
              <a:t> de manera local en nuestra computadora</a:t>
            </a:r>
          </a:p>
          <a:p>
            <a:r>
              <a:rPr lang="es-ES" dirty="0" smtClean="0"/>
              <a:t>Descargar el archivo para normalizar los estilos de </a:t>
            </a:r>
            <a:r>
              <a:rPr lang="es-ES" dirty="0" err="1" smtClean="0"/>
              <a:t>css</a:t>
            </a:r>
            <a:r>
              <a:rPr lang="es-ES" dirty="0" smtClean="0"/>
              <a:t>, este se puede buscar en el </a:t>
            </a:r>
            <a:r>
              <a:rPr lang="es-ES" dirty="0"/>
              <a:t>navegador como: </a:t>
            </a:r>
            <a:r>
              <a:rPr lang="es-ES" dirty="0" err="1"/>
              <a:t>normalize</a:t>
            </a:r>
            <a:r>
              <a:rPr lang="es-ES" dirty="0"/>
              <a:t> </a:t>
            </a:r>
            <a:r>
              <a:rPr lang="es-ES" dirty="0" err="1"/>
              <a:t>css</a:t>
            </a:r>
            <a:endParaRPr lang="es-ES" dirty="0" smtClean="0"/>
          </a:p>
          <a:p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034" y="4347883"/>
            <a:ext cx="2299610" cy="236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478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Clase 1</a:t>
            </a:r>
            <a:endParaRPr lang="en-US" dirty="0"/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326" y="457199"/>
            <a:ext cx="4463474" cy="6183010"/>
          </a:xfrm>
          <a:prstGeom prst="rect">
            <a:avLst/>
          </a:prstGeom>
        </p:spPr>
      </p:pic>
      <p:sp>
        <p:nvSpPr>
          <p:cNvPr id="6" name="Marcador de texto 5"/>
          <p:cNvSpPr>
            <a:spLocks noGrp="1"/>
          </p:cNvSpPr>
          <p:nvPr>
            <p:ph type="body" sz="half" idx="2"/>
          </p:nvPr>
        </p:nvSpPr>
        <p:spPr>
          <a:xfrm>
            <a:off x="8042050" y="1777195"/>
            <a:ext cx="3567244" cy="4291912"/>
          </a:xfrm>
        </p:spPr>
        <p:txBody>
          <a:bodyPr>
            <a:normAutofit lnSpcReduction="10000"/>
          </a:bodyPr>
          <a:lstStyle/>
          <a:p>
            <a:pPr marL="285750" indent="-285750">
              <a:buFontTx/>
              <a:buChar char="-"/>
            </a:pPr>
            <a:r>
              <a:rPr lang="es-ES" dirty="0" smtClean="0"/>
              <a:t>Creamos una carpeta con el nombre que queramos y dentro de la misma creamos sub carpetas que serán: (</a:t>
            </a:r>
            <a:r>
              <a:rPr lang="es-ES" dirty="0" err="1" smtClean="0"/>
              <a:t>css</a:t>
            </a:r>
            <a:r>
              <a:rPr lang="es-ES" dirty="0" smtClean="0"/>
              <a:t>, </a:t>
            </a:r>
            <a:r>
              <a:rPr lang="es-ES" dirty="0" err="1" smtClean="0"/>
              <a:t>imagenes</a:t>
            </a:r>
            <a:r>
              <a:rPr lang="es-ES" dirty="0" smtClean="0"/>
              <a:t>. Y </a:t>
            </a:r>
            <a:r>
              <a:rPr lang="es-ES" dirty="0" err="1" smtClean="0"/>
              <a:t>js</a:t>
            </a:r>
            <a:r>
              <a:rPr lang="es-ES" dirty="0" smtClean="0"/>
              <a:t>). 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s-ES" dirty="0" smtClean="0"/>
              <a:t>Creamos el archivo index.html fuera de estas sub carpetas y un archivo que será style.css</a:t>
            </a:r>
          </a:p>
          <a:p>
            <a:pPr marL="285750" indent="-285750">
              <a:buFontTx/>
              <a:buChar char="-"/>
            </a:pPr>
            <a:r>
              <a:rPr lang="es-ES" dirty="0" smtClean="0"/>
              <a:t>Dentro de </a:t>
            </a:r>
            <a:r>
              <a:rPr lang="es-ES" dirty="0" err="1" smtClean="0"/>
              <a:t>index</a:t>
            </a:r>
            <a:r>
              <a:rPr lang="es-ES" dirty="0" smtClean="0"/>
              <a:t> usaremos etiquetas que nos ayudaran a la creación de la estructura de nuestra pagina.</a:t>
            </a:r>
          </a:p>
          <a:p>
            <a:pPr marL="285750" indent="-285750">
              <a:buFontTx/>
              <a:buChar char="-"/>
            </a:pPr>
            <a:r>
              <a:rPr lang="es-ES" dirty="0" smtClean="0"/>
              <a:t>Un truco, si colocamos este símbolo (!) y luego </a:t>
            </a:r>
            <a:r>
              <a:rPr lang="es-ES" dirty="0" err="1" smtClean="0"/>
              <a:t>enter</a:t>
            </a:r>
            <a:r>
              <a:rPr lang="es-ES" dirty="0" smtClean="0"/>
              <a:t> el vs nos </a:t>
            </a:r>
            <a:r>
              <a:rPr lang="es-ES" dirty="0" err="1" smtClean="0"/>
              <a:t>dara</a:t>
            </a:r>
            <a:r>
              <a:rPr lang="es-ES" dirty="0" smtClean="0"/>
              <a:t> la base para armar lo demás.</a:t>
            </a:r>
          </a:p>
        </p:txBody>
      </p:sp>
      <p:cxnSp>
        <p:nvCxnSpPr>
          <p:cNvPr id="10" name="Conector recto de flecha 9"/>
          <p:cNvCxnSpPr/>
          <p:nvPr/>
        </p:nvCxnSpPr>
        <p:spPr>
          <a:xfrm flipV="1">
            <a:off x="2070847" y="367553"/>
            <a:ext cx="3021106" cy="60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5091953" y="159804"/>
            <a:ext cx="150073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 smtClean="0"/>
              <a:t>Esta etiqueta nos sirve</a:t>
            </a:r>
          </a:p>
          <a:p>
            <a:r>
              <a:rPr lang="es-ES" sz="1050" dirty="0" smtClean="0"/>
              <a:t>Para los acentos y letras</a:t>
            </a:r>
            <a:endParaRPr lang="en-US" sz="1050" dirty="0"/>
          </a:p>
        </p:txBody>
      </p:sp>
      <p:cxnSp>
        <p:nvCxnSpPr>
          <p:cNvPr id="13" name="Conector recto de flecha 12"/>
          <p:cNvCxnSpPr/>
          <p:nvPr/>
        </p:nvCxnSpPr>
        <p:spPr>
          <a:xfrm flipV="1">
            <a:off x="3917576" y="1353671"/>
            <a:ext cx="1174377" cy="26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5091953" y="1145922"/>
            <a:ext cx="9332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 smtClean="0"/>
              <a:t>Palabras clave</a:t>
            </a:r>
            <a:endParaRPr lang="en-US" sz="1050" dirty="0"/>
          </a:p>
        </p:txBody>
      </p:sp>
      <p:cxnSp>
        <p:nvCxnSpPr>
          <p:cNvPr id="18" name="Conector recto de flecha 17"/>
          <p:cNvCxnSpPr/>
          <p:nvPr/>
        </p:nvCxnSpPr>
        <p:spPr>
          <a:xfrm>
            <a:off x="3388659" y="1653870"/>
            <a:ext cx="1703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5059521" y="1523279"/>
            <a:ext cx="20778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 smtClean="0"/>
              <a:t>Icono que se mostrara en la pagina</a:t>
            </a:r>
            <a:endParaRPr lang="en-US" sz="1050" dirty="0"/>
          </a:p>
        </p:txBody>
      </p:sp>
      <p:cxnSp>
        <p:nvCxnSpPr>
          <p:cNvPr id="21" name="Conector recto de flecha 20"/>
          <p:cNvCxnSpPr/>
          <p:nvPr/>
        </p:nvCxnSpPr>
        <p:spPr>
          <a:xfrm flipV="1">
            <a:off x="1640541" y="2940424"/>
            <a:ext cx="3418980" cy="44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/>
          <p:cNvSpPr txBox="1"/>
          <p:nvPr/>
        </p:nvSpPr>
        <p:spPr>
          <a:xfrm>
            <a:off x="4986315" y="2813466"/>
            <a:ext cx="12811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 smtClean="0"/>
              <a:t>Barra de </a:t>
            </a:r>
            <a:r>
              <a:rPr lang="es-ES" sz="1050" dirty="0" err="1" smtClean="0"/>
              <a:t>navegacion</a:t>
            </a:r>
            <a:endParaRPr lang="en-US" sz="1050" dirty="0"/>
          </a:p>
        </p:txBody>
      </p:sp>
      <p:cxnSp>
        <p:nvCxnSpPr>
          <p:cNvPr id="24" name="Conector recto de flecha 23"/>
          <p:cNvCxnSpPr/>
          <p:nvPr/>
        </p:nvCxnSpPr>
        <p:spPr>
          <a:xfrm flipV="1">
            <a:off x="2303929" y="4527176"/>
            <a:ext cx="2788024" cy="2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/>
          <p:cNvSpPr txBox="1"/>
          <p:nvPr/>
        </p:nvSpPr>
        <p:spPr>
          <a:xfrm>
            <a:off x="5110654" y="4400218"/>
            <a:ext cx="2165978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 smtClean="0"/>
              <a:t>Id asignadas a la barra de navegación</a:t>
            </a:r>
          </a:p>
          <a:p>
            <a:r>
              <a:rPr lang="es-ES" sz="1050" dirty="0" smtClean="0"/>
              <a:t>Para luego darles estilos</a:t>
            </a:r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96698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Base - estructurar</a:t>
            </a:r>
            <a:endParaRPr lang="en-U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4355" y="920750"/>
            <a:ext cx="4879552" cy="4984750"/>
          </a:xfrm>
          <a:prstGeom prst="rect">
            <a:avLst/>
          </a:prstGeom>
        </p:spPr>
      </p:pic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 smtClean="0"/>
              <a:t>La base que le debemos das es esta misma.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927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estilos</a:t>
            </a:r>
            <a:endParaRPr lang="en-U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4471" y="226675"/>
            <a:ext cx="5904566" cy="3445986"/>
          </a:xfrm>
          <a:prstGeom prst="rect">
            <a:avLst/>
          </a:prstGeom>
        </p:spPr>
      </p:pic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 smtClean="0"/>
              <a:t>Las herramientas que necesitaremos primero será,  descargar el archivo (</a:t>
            </a:r>
            <a:r>
              <a:rPr lang="es-ES" dirty="0" err="1" smtClean="0"/>
              <a:t>normalize</a:t>
            </a:r>
            <a:r>
              <a:rPr lang="es-ES" dirty="0" smtClean="0"/>
              <a:t> </a:t>
            </a:r>
            <a:r>
              <a:rPr lang="es-ES" dirty="0" err="1" smtClean="0"/>
              <a:t>css</a:t>
            </a:r>
            <a:r>
              <a:rPr lang="es-ES" dirty="0" smtClean="0"/>
              <a:t> ) de google y moverlo a nuestra carpeta de </a:t>
            </a:r>
            <a:r>
              <a:rPr lang="es-ES" dirty="0" err="1" smtClean="0"/>
              <a:t>css</a:t>
            </a:r>
            <a:r>
              <a:rPr lang="es-ES" dirty="0" smtClean="0"/>
              <a:t>.</a:t>
            </a:r>
          </a:p>
          <a:p>
            <a:r>
              <a:rPr lang="es-ES" dirty="0" smtClean="0"/>
              <a:t>Usaremos la tipografía de google en: google </a:t>
            </a:r>
            <a:r>
              <a:rPr lang="es-ES" dirty="0" err="1" smtClean="0"/>
              <a:t>fonts</a:t>
            </a:r>
            <a:r>
              <a:rPr lang="es-ES" dirty="0" smtClean="0"/>
              <a:t> </a:t>
            </a:r>
            <a:r>
              <a:rPr lang="en-US" dirty="0" smtClean="0"/>
              <a:t>y </a:t>
            </a:r>
            <a:r>
              <a:rPr lang="en-US" dirty="0" err="1" smtClean="0"/>
              <a:t>copear</a:t>
            </a:r>
            <a:r>
              <a:rPr lang="en-US" dirty="0" smtClean="0"/>
              <a:t> el </a:t>
            </a:r>
            <a:r>
              <a:rPr lang="en-US" dirty="0" err="1" smtClean="0"/>
              <a:t>codigo</a:t>
            </a:r>
            <a:r>
              <a:rPr lang="en-US" dirty="0" smtClean="0"/>
              <a:t> de </a:t>
            </a:r>
            <a:r>
              <a:rPr lang="en-US" dirty="0" err="1" smtClean="0"/>
              <a:t>arriba</a:t>
            </a:r>
            <a:r>
              <a:rPr lang="en-US" dirty="0" smtClean="0"/>
              <a:t> </a:t>
            </a:r>
            <a:r>
              <a:rPr lang="en-US" dirty="0" err="1" smtClean="0"/>
              <a:t>dentro</a:t>
            </a:r>
            <a:r>
              <a:rPr lang="en-US" dirty="0" smtClean="0"/>
              <a:t> de </a:t>
            </a:r>
            <a:r>
              <a:rPr lang="en-US" dirty="0" err="1" smtClean="0"/>
              <a:t>nuestro</a:t>
            </a:r>
            <a:r>
              <a:rPr lang="en-US" dirty="0" smtClean="0"/>
              <a:t> index </a:t>
            </a:r>
            <a:r>
              <a:rPr lang="en-US" dirty="0" err="1" smtClean="0"/>
              <a:t>arriba</a:t>
            </a:r>
            <a:r>
              <a:rPr lang="en-US" dirty="0" smtClean="0"/>
              <a:t> de normalize </a:t>
            </a:r>
            <a:r>
              <a:rPr lang="en-US" dirty="0" err="1" smtClean="0"/>
              <a:t>css</a:t>
            </a:r>
            <a:endParaRPr lang="en-US" dirty="0"/>
          </a:p>
          <a:p>
            <a:r>
              <a:rPr lang="es-ES" dirty="0" smtClean="0"/>
              <a:t>Luego necesitaremos ir a la pagina de </a:t>
            </a:r>
            <a:r>
              <a:rPr lang="es-ES" dirty="0" err="1" smtClean="0"/>
              <a:t>awesome</a:t>
            </a:r>
            <a:r>
              <a:rPr lang="es-ES" dirty="0" smtClean="0"/>
              <a:t> y crear un usuario e buscar un kit de iconos para nuestra pagina, la misma nos </a:t>
            </a:r>
            <a:r>
              <a:rPr lang="es-ES" dirty="0" err="1" smtClean="0"/>
              <a:t>dara</a:t>
            </a:r>
            <a:r>
              <a:rPr lang="es-ES" dirty="0" smtClean="0"/>
              <a:t> un </a:t>
            </a:r>
            <a:r>
              <a:rPr lang="es-ES" dirty="0" err="1" smtClean="0"/>
              <a:t>scripr</a:t>
            </a:r>
            <a:r>
              <a:rPr lang="es-ES" dirty="0" smtClean="0"/>
              <a:t> en código y este ira después de nuestra línea de comando dentro de vs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89" y="4957482"/>
            <a:ext cx="6718642" cy="123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317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Los </a:t>
            </a:r>
            <a:r>
              <a:rPr lang="es-ES" dirty="0" err="1" smtClean="0"/>
              <a:t>stilos</a:t>
            </a:r>
            <a:endParaRPr lang="en-U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1525" y="1417359"/>
            <a:ext cx="1705213" cy="3991532"/>
          </a:xfrm>
          <a:prstGeom prst="rect">
            <a:avLst/>
          </a:prstGeom>
        </p:spPr>
      </p:pic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s-ES" dirty="0" smtClean="0"/>
              <a:t>Existen varios maneras de colocar estilos y estos son:</a:t>
            </a:r>
          </a:p>
          <a:p>
            <a:pPr marL="285750" indent="-285750">
              <a:buFontTx/>
              <a:buChar char="-"/>
            </a:pPr>
            <a:r>
              <a:rPr lang="es-ES" dirty="0" smtClean="0"/>
              <a:t>Estilo de manera general *{}</a:t>
            </a:r>
          </a:p>
          <a:p>
            <a:pPr marL="285750" indent="-285750">
              <a:buFontTx/>
              <a:buChar char="-"/>
            </a:pPr>
            <a:r>
              <a:rPr lang="es-ES" dirty="0" smtClean="0"/>
              <a:t>Estilo por nombre y etiqueta p{</a:t>
            </a:r>
            <a:r>
              <a:rPr lang="es-ES" dirty="0" err="1" smtClean="0"/>
              <a:t>color:black</a:t>
            </a:r>
            <a:r>
              <a:rPr lang="es-ES" dirty="0" smtClean="0"/>
              <a:t>;}</a:t>
            </a:r>
          </a:p>
          <a:p>
            <a:pPr marL="285750" indent="-285750">
              <a:buFontTx/>
              <a:buChar char="-"/>
            </a:pPr>
            <a:r>
              <a:rPr lang="es-ES" dirty="0" smtClean="0"/>
              <a:t>Estilo por contenedor o </a:t>
            </a:r>
            <a:r>
              <a:rPr lang="es-ES" dirty="0" err="1" smtClean="0"/>
              <a:t>container</a:t>
            </a:r>
            <a:r>
              <a:rPr lang="es-ES" dirty="0" smtClean="0"/>
              <a:t> .</a:t>
            </a:r>
            <a:r>
              <a:rPr lang="es-ES" dirty="0" err="1" smtClean="0"/>
              <a:t>container</a:t>
            </a:r>
            <a:r>
              <a:rPr lang="es-ES" dirty="0" smtClean="0"/>
              <a:t>{}</a:t>
            </a:r>
          </a:p>
          <a:p>
            <a:pPr marL="285750" indent="-285750">
              <a:buFontTx/>
              <a:buChar char="-"/>
            </a:pPr>
            <a:r>
              <a:rPr lang="es-ES" dirty="0" smtClean="0"/>
              <a:t>Estilo por ID #inicio{}</a:t>
            </a:r>
          </a:p>
        </p:txBody>
      </p:sp>
    </p:spTree>
    <p:extLst>
      <p:ext uri="{BB962C8B-B14F-4D97-AF65-F5344CB8AC3E}">
        <p14:creationId xmlns:p14="http://schemas.microsoft.com/office/powerpoint/2010/main" val="2773188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herramientas</a:t>
            </a:r>
            <a:endParaRPr lang="en-U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5830" y="1055534"/>
            <a:ext cx="3305636" cy="828791"/>
          </a:xfrm>
          <a:prstGeom prst="rect">
            <a:avLst/>
          </a:prstGeom>
        </p:spPr>
      </p:pic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 smtClean="0"/>
              <a:t>Descargar </a:t>
            </a:r>
            <a:r>
              <a:rPr lang="es-ES" dirty="0" err="1" smtClean="0"/>
              <a:t>jquery</a:t>
            </a:r>
            <a:r>
              <a:rPr lang="es-ES" dirty="0" smtClean="0"/>
              <a:t>, nos aparecerá un </a:t>
            </a:r>
            <a:r>
              <a:rPr lang="es-ES" dirty="0" err="1" smtClean="0"/>
              <a:t>monton</a:t>
            </a:r>
            <a:r>
              <a:rPr lang="es-ES" dirty="0" smtClean="0"/>
              <a:t> de códigos nosotros debemos hacer </a:t>
            </a:r>
            <a:r>
              <a:rPr lang="es-ES" dirty="0" err="1" smtClean="0"/>
              <a:t>click</a:t>
            </a:r>
            <a:r>
              <a:rPr lang="es-ES" dirty="0" smtClean="0"/>
              <a:t> derecho y colocar guardar como, este guardamos en la carpeta </a:t>
            </a:r>
            <a:r>
              <a:rPr lang="es-ES" dirty="0" err="1" smtClean="0"/>
              <a:t>js</a:t>
            </a:r>
            <a:r>
              <a:rPr lang="es-ES" dirty="0" smtClean="0"/>
              <a:t> que creamos </a:t>
            </a:r>
            <a:r>
              <a:rPr lang="es-ES" dirty="0" err="1" smtClean="0"/>
              <a:t>ateriormente</a:t>
            </a:r>
            <a:r>
              <a:rPr lang="es-E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113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para </a:t>
            </a:r>
            <a:r>
              <a:rPr lang="es-ES" dirty="0" err="1" smtClean="0"/>
              <a:t>relizar</a:t>
            </a:r>
            <a:r>
              <a:rPr lang="es-ES" dirty="0" smtClean="0"/>
              <a:t> el proceso con </a:t>
            </a:r>
            <a:r>
              <a:rPr lang="es-ES" dirty="0" err="1" smtClean="0"/>
              <a:t>xamp</a:t>
            </a:r>
            <a:endParaRPr lang="en-US" dirty="0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Movemos la carpeta principal donde almacenamos las 3 sub carpetas de </a:t>
            </a:r>
            <a:r>
              <a:rPr lang="es-ES" dirty="0" err="1" smtClean="0"/>
              <a:t>js</a:t>
            </a:r>
            <a:r>
              <a:rPr lang="es-ES" dirty="0" smtClean="0"/>
              <a:t>, imágenes y </a:t>
            </a:r>
            <a:r>
              <a:rPr lang="es-ES" dirty="0" err="1" smtClean="0"/>
              <a:t>css</a:t>
            </a:r>
            <a:r>
              <a:rPr lang="es-ES" dirty="0" smtClean="0"/>
              <a:t>, estas las movemos en una carpeta llamada </a:t>
            </a:r>
            <a:r>
              <a:rPr lang="es-ES" dirty="0" err="1" smtClean="0"/>
              <a:t>hdocs</a:t>
            </a:r>
            <a:r>
              <a:rPr lang="es-ES" dirty="0" smtClean="0"/>
              <a:t> que se ubica dentro de </a:t>
            </a:r>
            <a:r>
              <a:rPr lang="es-ES" dirty="0" err="1" smtClean="0"/>
              <a:t>xamp</a:t>
            </a:r>
            <a:r>
              <a:rPr lang="es-ES" dirty="0" smtClean="0"/>
              <a:t> luego abrimos la carpeta donde esta almacenado todo nuestros archivos dentro de visual </a:t>
            </a:r>
            <a:r>
              <a:rPr lang="es-ES" dirty="0" err="1" smtClean="0"/>
              <a:t>studio</a:t>
            </a:r>
            <a:r>
              <a:rPr lang="es-ES" dirty="0" smtClean="0"/>
              <a:t> </a:t>
            </a:r>
            <a:r>
              <a:rPr lang="es-ES" dirty="0" err="1" smtClean="0"/>
              <a:t>code</a:t>
            </a:r>
            <a:r>
              <a:rPr lang="es-ES" dirty="0" smtClean="0"/>
              <a:t>.</a:t>
            </a:r>
          </a:p>
          <a:p>
            <a:r>
              <a:rPr lang="es-ES" dirty="0" smtClean="0"/>
              <a:t>Luego en nuestro archivo que era (index.html) le cambiamos la extensión por </a:t>
            </a:r>
            <a:r>
              <a:rPr lang="es-ES" dirty="0" err="1" smtClean="0"/>
              <a:t>php</a:t>
            </a:r>
            <a:r>
              <a:rPr lang="es-ES" dirty="0" smtClean="0"/>
              <a:t>, debería estar de este modo (</a:t>
            </a:r>
            <a:r>
              <a:rPr lang="es-ES" dirty="0" err="1" smtClean="0"/>
              <a:t>index.php</a:t>
            </a:r>
            <a:r>
              <a:rPr lang="es-ES" dirty="0" smtClean="0"/>
              <a:t>)</a:t>
            </a:r>
          </a:p>
          <a:p>
            <a:r>
              <a:rPr lang="es-ES" dirty="0" smtClean="0"/>
              <a:t>Para abrir nuestro documento en un navegador tendremos que colocar en la barra de búsqueda del navegador: </a:t>
            </a:r>
            <a:r>
              <a:rPr lang="es-ES" dirty="0" err="1" smtClean="0"/>
              <a:t>localhost</a:t>
            </a:r>
            <a:r>
              <a:rPr lang="es-ES" dirty="0" smtClean="0"/>
              <a:t>/(el nombre de la carpeta que esta dentro de nuestro </a:t>
            </a:r>
            <a:r>
              <a:rPr lang="es-ES" dirty="0" err="1" smtClean="0"/>
              <a:t>hdocs</a:t>
            </a:r>
            <a:r>
              <a:rPr lang="es-E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813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756" y="658695"/>
            <a:ext cx="3743847" cy="590632"/>
          </a:xfrm>
          <a:prstGeom prst="rect">
            <a:avLst/>
          </a:prstGeom>
        </p:spPr>
      </p:pic>
      <p:sp>
        <p:nvSpPr>
          <p:cNvPr id="6" name="Marcador de texto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 smtClean="0"/>
              <a:t>Para mandar la información del formulario primero tenemos que colocar la dirección de nuestro documentos. Que en este caso será </a:t>
            </a:r>
            <a:r>
              <a:rPr lang="es-ES" dirty="0" err="1" smtClean="0"/>
              <a:t>index.php</a:t>
            </a:r>
            <a:endParaRPr lang="es-ES" dirty="0" smtClean="0"/>
          </a:p>
          <a:p>
            <a:r>
              <a:rPr lang="es-ES" dirty="0" smtClean="0"/>
              <a:t>Link de tutorial para poder mandar </a:t>
            </a:r>
            <a:r>
              <a:rPr lang="es-ES" dirty="0" err="1" smtClean="0"/>
              <a:t>gmails</a:t>
            </a:r>
            <a:r>
              <a:rPr lang="es-ES" dirty="0" smtClean="0"/>
              <a:t> desde la pagina a </a:t>
            </a:r>
            <a:r>
              <a:rPr lang="es-ES" dirty="0" err="1" smtClean="0"/>
              <a:t>xamp</a:t>
            </a:r>
            <a:endParaRPr lang="es-ES" dirty="0" smtClean="0"/>
          </a:p>
          <a:p>
            <a:r>
              <a:rPr lang="es-ES" dirty="0">
                <a:hlinkClick r:id="rId3"/>
              </a:rPr>
              <a:t>http://</a:t>
            </a:r>
            <a:r>
              <a:rPr lang="es-ES" dirty="0" smtClean="0">
                <a:hlinkClick r:id="rId3"/>
              </a:rPr>
              <a:t>albertotain.blogspot.com/2018/02/como-configurar-xampp-para-enviar.html?m=1</a:t>
            </a:r>
            <a:endParaRPr lang="es-ES" dirty="0" smtClean="0"/>
          </a:p>
          <a:p>
            <a:r>
              <a:rPr lang="es-ES" dirty="0" smtClean="0"/>
              <a:t>Debemos buscar este archivo (php.ini)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8" name="Elipse 7"/>
          <p:cNvSpPr/>
          <p:nvPr/>
        </p:nvSpPr>
        <p:spPr>
          <a:xfrm>
            <a:off x="3018408" y="776457"/>
            <a:ext cx="905522" cy="256544"/>
          </a:xfrm>
          <a:prstGeom prst="ellipse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154" y="1879893"/>
            <a:ext cx="5716069" cy="31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58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tips</a:t>
            </a:r>
            <a:endParaRPr lang="en-U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599" y="191218"/>
            <a:ext cx="6157913" cy="2925304"/>
          </a:xfrm>
          <a:prstGeom prst="rect">
            <a:avLst/>
          </a:prstGeom>
        </p:spPr>
      </p:pic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 smtClean="0"/>
              <a:t>Iniciamos desde un dispositivo pequeño luego una Tablet y luego una pantalla 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866" y="3757154"/>
            <a:ext cx="2953162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02038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171312"/>
      </a:dk2>
      <a:lt2>
        <a:srgbClr val="F7F0DF"/>
      </a:lt2>
      <a:accent1>
        <a:srgbClr val="53AE6E"/>
      </a:accent1>
      <a:accent2>
        <a:srgbClr val="326267"/>
      </a:accent2>
      <a:accent3>
        <a:srgbClr val="C5C34A"/>
      </a:accent3>
      <a:accent4>
        <a:srgbClr val="BF6546"/>
      </a:accent4>
      <a:accent5>
        <a:srgbClr val="81B5A8"/>
      </a:accent5>
      <a:accent6>
        <a:srgbClr val="636455"/>
      </a:accent6>
      <a:hlink>
        <a:srgbClr val="81B5A8"/>
      </a:hlink>
      <a:folHlink>
        <a:srgbClr val="936888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A1A3E1F0-B5EF-49C5-810A-B1B32AEDDC8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761</TotalTime>
  <Words>519</Words>
  <Application>Microsoft Office PowerPoint</Application>
  <PresentationFormat>Panorámica</PresentationFormat>
  <Paragraphs>42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Gill Sans MT</vt:lpstr>
      <vt:lpstr>Impact</vt:lpstr>
      <vt:lpstr>Badge</vt:lpstr>
      <vt:lpstr>Cosas básicas desarrollo web</vt:lpstr>
      <vt:lpstr>requisitos</vt:lpstr>
      <vt:lpstr>Clase 1</vt:lpstr>
      <vt:lpstr>Base - estructurar</vt:lpstr>
      <vt:lpstr>estilos</vt:lpstr>
      <vt:lpstr>Los stilos</vt:lpstr>
      <vt:lpstr>herramientas</vt:lpstr>
      <vt:lpstr>para relizar el proceso con xamp</vt:lpstr>
      <vt:lpstr>Presentación de PowerPoint</vt:lpstr>
      <vt:lpstr>tips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Cosas básicas desarrollo web</dc:title>
  <dc:creator>Jhonatan</dc:creator>
  <cp:lastModifiedBy>Jhonatan</cp:lastModifiedBy>
  <cp:revision>15</cp:revision>
  <dcterms:created xsi:type="dcterms:W3CDTF">2025-01-27T22:44:10Z</dcterms:created>
  <dcterms:modified xsi:type="dcterms:W3CDTF">2025-01-31T03:26:13Z</dcterms:modified>
</cp:coreProperties>
</file>
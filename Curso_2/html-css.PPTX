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732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2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876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2962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0892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0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9192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0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63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0057BDD-72BA-4ABB-9E87-2145E7AC1C5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4E35586-633D-4394-B6F2-4A5D73881F22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504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err="1" smtClean="0"/>
              <a:t>Html</a:t>
            </a:r>
            <a:r>
              <a:rPr lang="es-BO" dirty="0" smtClean="0"/>
              <a:t> - </a:t>
            </a:r>
            <a:r>
              <a:rPr lang="es-BO" dirty="0" err="1" smtClean="0"/>
              <a:t>css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err="1" smtClean="0"/>
              <a:t>Jose</a:t>
            </a:r>
            <a:r>
              <a:rPr lang="es-BO" dirty="0" smtClean="0"/>
              <a:t> Jhonatan choque </a:t>
            </a:r>
            <a:r>
              <a:rPr lang="es-BO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Fundamentos</a:t>
            </a:r>
            <a:endParaRPr lang="en-U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 smtClean="0"/>
              <a:t>La imagen nos demuestra como esta creada una pagina web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606" y="1452685"/>
            <a:ext cx="3521324" cy="359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5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Front </a:t>
            </a:r>
            <a:r>
              <a:rPr lang="es-BO" dirty="0" err="1" smtClean="0"/>
              <a:t>end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 smtClean="0"/>
              <a:t>Es la persona que se encarga de todo la parte visual del sistema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6" y="85580"/>
            <a:ext cx="5837158" cy="15570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76" y="1741336"/>
            <a:ext cx="6063524" cy="497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8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Back </a:t>
            </a:r>
            <a:r>
              <a:rPr lang="es-BO" dirty="0" err="1" smtClean="0"/>
              <a:t>end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230"/>
            <a:ext cx="5225874" cy="161637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75" y="1653870"/>
            <a:ext cx="4937724" cy="361043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96" y="5252327"/>
            <a:ext cx="6486352" cy="16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1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Paginas estáticas o paginas </a:t>
            </a:r>
            <a:r>
              <a:rPr lang="es-BO" dirty="0" err="1" smtClean="0"/>
              <a:t>dinamicas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9" y="1055535"/>
            <a:ext cx="7014095" cy="449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5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err="1" smtClean="0"/>
              <a:t>basico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5" y="1445389"/>
            <a:ext cx="6849742" cy="382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7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etiquetas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Etiqueta de </a:t>
            </a:r>
            <a:r>
              <a:rPr lang="es-ES" dirty="0" err="1" smtClean="0"/>
              <a:t>redireccionamiento</a:t>
            </a:r>
            <a:r>
              <a:rPr lang="es-ES" dirty="0" smtClean="0"/>
              <a:t>: se usa (a </a:t>
            </a:r>
            <a:r>
              <a:rPr lang="es-ES" dirty="0" err="1" smtClean="0"/>
              <a:t>href</a:t>
            </a:r>
            <a:r>
              <a:rPr lang="es-ES" dirty="0" smtClean="0"/>
              <a:t>=“link de la pagina o la dirección de donde queremos que nos lleve”&gt;aquí lleva con que nombre le colocaremos al link&lt;&gt;</a:t>
            </a:r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4533" t="6190" r="4819" b="7143"/>
          <a:stretch/>
        </p:blipFill>
        <p:spPr>
          <a:xfrm>
            <a:off x="1335741" y="1936377"/>
            <a:ext cx="4833058" cy="199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9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Imágenes 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err="1" smtClean="0"/>
              <a:t>Lossless</a:t>
            </a:r>
            <a:r>
              <a:rPr lang="es-ES" dirty="0" smtClean="0"/>
              <a:t>: es un formato sin perdida, captura los datos del archivo original en su mayoría son comprimidos y pesados.</a:t>
            </a:r>
          </a:p>
          <a:p>
            <a:r>
              <a:rPr lang="es-ES" dirty="0" err="1" smtClean="0"/>
              <a:t>Lossy</a:t>
            </a:r>
            <a:r>
              <a:rPr lang="es-ES" dirty="0" smtClean="0"/>
              <a:t>: formato con perdida, esta podría reducir los colores de la imagen principal, no es pesado pero reduce su calidad.</a:t>
            </a:r>
          </a:p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05" y="222565"/>
            <a:ext cx="4363059" cy="218152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404094"/>
            <a:ext cx="6133265" cy="435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42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Optimización de imágenes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El promedio de la imagen para colocar a una web debe de ser de 70 kb.</a:t>
            </a:r>
          </a:p>
          <a:p>
            <a:r>
              <a:rPr lang="es-ES" dirty="0" smtClean="0"/>
              <a:t>Pagina para comprimir nuestras imágenes: </a:t>
            </a:r>
            <a:r>
              <a:rPr lang="es-ES" dirty="0" err="1" smtClean="0"/>
              <a:t>Tyny</a:t>
            </a:r>
            <a:r>
              <a:rPr lang="es-ES" dirty="0" smtClean="0"/>
              <a:t> PNG</a:t>
            </a:r>
          </a:p>
          <a:p>
            <a:r>
              <a:rPr lang="es-ES" dirty="0" smtClean="0"/>
              <a:t>Los metadatos son: cuando tomamos una foto, en la foto se crea pequeños archivos de la dirección, fecha y hora. Esto se elimina en </a:t>
            </a:r>
            <a:r>
              <a:rPr lang="es-ES" dirty="0" err="1" smtClean="0"/>
              <a:t>Verexif</a:t>
            </a:r>
            <a:r>
              <a:rPr lang="es-ES" dirty="0" smtClean="0"/>
              <a:t>.</a:t>
            </a:r>
          </a:p>
          <a:p>
            <a:endParaRPr lang="es-ES" dirty="0" smtClean="0"/>
          </a:p>
          <a:p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509" y="1653870"/>
            <a:ext cx="4096322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9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video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31" y="2111720"/>
            <a:ext cx="3590925" cy="1971675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2501153" y="2635624"/>
            <a:ext cx="663388" cy="21515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3164540" y="2635624"/>
            <a:ext cx="1183341" cy="21515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redondeado 11"/>
          <p:cNvSpPr/>
          <p:nvPr/>
        </p:nvSpPr>
        <p:spPr>
          <a:xfrm>
            <a:off x="2294963" y="2850776"/>
            <a:ext cx="2268071" cy="40341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ector recto de flecha 13"/>
          <p:cNvCxnSpPr/>
          <p:nvPr/>
        </p:nvCxnSpPr>
        <p:spPr>
          <a:xfrm flipH="1" flipV="1">
            <a:off x="1819834" y="1385074"/>
            <a:ext cx="1129553" cy="1272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11" idx="0"/>
          </p:cNvCxnSpPr>
          <p:nvPr/>
        </p:nvCxnSpPr>
        <p:spPr>
          <a:xfrm flipV="1">
            <a:off x="3756211" y="1385074"/>
            <a:ext cx="591670" cy="125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3164540" y="3254188"/>
            <a:ext cx="616602" cy="2353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965273" y="1162320"/>
            <a:ext cx="17091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Esto añade botones al video</a:t>
            </a:r>
            <a:endParaRPr lang="en-US" sz="105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3428998" y="965122"/>
            <a:ext cx="23086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Esto carga el video antes que el </a:t>
            </a:r>
            <a:r>
              <a:rPr lang="es-ES" sz="1050" dirty="0" err="1" smtClean="0"/>
              <a:t>usurio</a:t>
            </a:r>
            <a:r>
              <a:rPr lang="es-ES" sz="1050" dirty="0" smtClean="0"/>
              <a:t> </a:t>
            </a:r>
          </a:p>
          <a:p>
            <a:r>
              <a:rPr lang="es-ES" sz="1050" dirty="0" smtClean="0"/>
              <a:t>Ingrese a la misma</a:t>
            </a:r>
            <a:endParaRPr lang="en-US" sz="105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832845" y="5651584"/>
            <a:ext cx="260359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smtClean="0"/>
              <a:t>Esto da a escoger el formato a la pagina</a:t>
            </a:r>
          </a:p>
          <a:p>
            <a:r>
              <a:rPr lang="es-ES" sz="1050" dirty="0" smtClean="0"/>
              <a:t>Si un formato no da, pasa al siguiente para</a:t>
            </a:r>
          </a:p>
          <a:p>
            <a:r>
              <a:rPr lang="es-ES" sz="1050" dirty="0" smtClean="0"/>
              <a:t>Que el usuario no encuentre inconvenientes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2390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formularios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30" y="412992"/>
            <a:ext cx="6477904" cy="341042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00" y="4627457"/>
            <a:ext cx="6419034" cy="34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6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Atajos en vs</a:t>
            </a:r>
            <a:endParaRPr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Seleccionas la parte que quieres copiar, luego con SHIFT + ALT + FLECHA ABAJO copias todo abajo, presiona la flecha </a:t>
            </a:r>
            <a:r>
              <a:rPr lang="es-ES" dirty="0" err="1"/>
              <a:t>segun</a:t>
            </a:r>
            <a:r>
              <a:rPr lang="es-ES" dirty="0"/>
              <a:t> cuantas copias quieras realizar.</a:t>
            </a:r>
          </a:p>
          <a:p>
            <a:r>
              <a:rPr lang="es-ES" dirty="0"/>
              <a:t>Selecciona una palabra y con CTRL+D seleccionas la siguiente igual y sucesivamente, luego escribe lo que necesites.</a:t>
            </a:r>
          </a:p>
          <a:p>
            <a:r>
              <a:rPr lang="es-ES" dirty="0"/>
              <a:t>Con ALT+CLICK puedes crear </a:t>
            </a:r>
            <a:r>
              <a:rPr lang="es-ES" dirty="0" err="1"/>
              <a:t>multicursores</a:t>
            </a:r>
            <a:r>
              <a:rPr lang="es-ES" dirty="0"/>
              <a:t>, </a:t>
            </a:r>
            <a:r>
              <a:rPr lang="es-ES" dirty="0" err="1"/>
              <a:t>manten</a:t>
            </a:r>
            <a:r>
              <a:rPr lang="es-ES" dirty="0"/>
              <a:t> presionado ALT y da </a:t>
            </a:r>
            <a:r>
              <a:rPr lang="es-ES" dirty="0" err="1"/>
              <a:t>click</a:t>
            </a:r>
            <a:r>
              <a:rPr lang="es-ES" dirty="0"/>
              <a:t> donde desees el otro cursor.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60" y="1055535"/>
            <a:ext cx="5973009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34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0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4032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967</TotalTime>
  <Words>293</Words>
  <Application>Microsoft Office PowerPoint</Application>
  <PresentationFormat>Panorámica</PresentationFormat>
  <Paragraphs>30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Impact</vt:lpstr>
      <vt:lpstr>Badge</vt:lpstr>
      <vt:lpstr>Html - css</vt:lpstr>
      <vt:lpstr>Fundamentos</vt:lpstr>
      <vt:lpstr>Front end</vt:lpstr>
      <vt:lpstr>Back end</vt:lpstr>
      <vt:lpstr>Paginas estáticas o paginas dinamicas</vt:lpstr>
      <vt:lpstr>basico</vt:lpstr>
      <vt:lpstr>etiquetas</vt:lpstr>
      <vt:lpstr>Imágenes </vt:lpstr>
      <vt:lpstr>Optimización de imágenes</vt:lpstr>
      <vt:lpstr>video</vt:lpstr>
      <vt:lpstr>formularios</vt:lpstr>
      <vt:lpstr>Atajos en vs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css</dc:title>
  <dc:creator>Jhonatan</dc:creator>
  <cp:lastModifiedBy>Jhonatan</cp:lastModifiedBy>
  <cp:revision>11</cp:revision>
  <dcterms:created xsi:type="dcterms:W3CDTF">2025-02-10T20:06:53Z</dcterms:created>
  <dcterms:modified xsi:type="dcterms:W3CDTF">2025-02-15T04:18:40Z</dcterms:modified>
</cp:coreProperties>
</file>